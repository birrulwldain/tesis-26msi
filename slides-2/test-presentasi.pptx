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17c4502a79f47f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73b9ec071c64c8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73b9ec071c64c8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3a34a22be41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20b68da7f4c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60a9e3f5b49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09678d7ca45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a354b27c04f9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c81f252774344b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077dfa55f46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2B2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Spectral Reconstruction</a:t>
            </a:r>
          </a:p>
        </p:txBody>
      </p:sp>
      <p:sp>
        <p:nvSpPr>
          <p:cNvPr id="10000" name="TextBox 2"/>
          <p:cNvSpPr/>
          <p:nvPr/>
        </p:nvSpPr>
        <p:spPr>
          <a:xfrm xmlns:a="http://schemas.openxmlformats.org/drawingml/2006/main">
            <a:off x="720000" y="288000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FFFFFF"/>
                </a:solidFill>
                <a:latin typeface="Arial"/>
                <a:ea typeface="Arial"/>
              </a:rPr>
              <a:t>Menggunakan CNN-Transformer Encoder-Decoder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